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AED4A-A3F5-4279-A6FD-8EAD7494552D}" v="66" dt="2025-10-30T21:13:07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RAM HARIRAM" userId="79fa26d55fbf6a0c" providerId="LiveId" clId="{EDD56508-03B1-4CBC-9A6D-96845A6AF580}"/>
    <pc:docChg chg="custSel modSld">
      <pc:chgData name="LOKESH RAM HARIRAM" userId="79fa26d55fbf6a0c" providerId="LiveId" clId="{EDD56508-03B1-4CBC-9A6D-96845A6AF580}" dt="2025-10-30T21:13:07.888" v="104" actId="20577"/>
      <pc:docMkLst>
        <pc:docMk/>
      </pc:docMkLst>
      <pc:sldChg chg="modSp mod">
        <pc:chgData name="LOKESH RAM HARIRAM" userId="79fa26d55fbf6a0c" providerId="LiveId" clId="{EDD56508-03B1-4CBC-9A6D-96845A6AF580}" dt="2025-10-30T21:13:07.888" v="104" actId="20577"/>
        <pc:sldMkLst>
          <pc:docMk/>
          <pc:sldMk cId="511030459" sldId="256"/>
        </pc:sldMkLst>
        <pc:spChg chg="mod">
          <ac:chgData name="LOKESH RAM HARIRAM" userId="79fa26d55fbf6a0c" providerId="LiveId" clId="{EDD56508-03B1-4CBC-9A6D-96845A6AF580}" dt="2025-10-30T21:11:11.847" v="25" actId="20577"/>
          <ac:spMkLst>
            <pc:docMk/>
            <pc:sldMk cId="511030459" sldId="256"/>
            <ac:spMk id="2" creationId="{B564BDE0-EE43-40AB-9398-9FABB1E757B8}"/>
          </ac:spMkLst>
        </pc:spChg>
        <pc:spChg chg="mod">
          <ac:chgData name="LOKESH RAM HARIRAM" userId="79fa26d55fbf6a0c" providerId="LiveId" clId="{EDD56508-03B1-4CBC-9A6D-96845A6AF580}" dt="2025-10-30T21:13:07.888" v="104" actId="20577"/>
          <ac:spMkLst>
            <pc:docMk/>
            <pc:sldMk cId="511030459" sldId="256"/>
            <ac:spMk id="3" creationId="{7E042122-7AA1-34B6-8BC5-70382CFBA0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4886-C2B7-4AAD-9F6E-125FBEF9B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97B45-D0D1-76E3-F6B6-51FC08D8B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66359-43A1-9847-5981-15EE37F0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16EF3-AB71-60AC-1D23-13045A70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D7BD-95F0-1815-2E04-B543BCE4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8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C183-04E6-AF2A-C618-0F66D40F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D8E4B-314C-7BE1-5973-B7D89D8D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9B861-73AD-6B9B-07AD-AA543C86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8C46-2EDD-2D67-8F77-89B11C4E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C8D9-7E56-10C1-FE4B-FBCBFAA4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0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7FF5-FCB0-60AB-D267-10E05B4B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F2A86-C896-34D5-F004-21F88DFC2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8B34A-6265-1403-4F81-F3303132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C69E7-BF8F-7285-156F-2BB0500E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68251-A19B-D4A4-CC8B-84C9AEBC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1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CDBC-110D-EE54-1CE0-9E57DCDD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D3A3-C090-4134-A3F3-D56AEBD97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55009-666E-95A8-2EA3-B71AD2BFF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6BE70-2FF3-BCEF-7CC8-EB03B06D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3401B-7027-5CAD-2FF7-0CBE167D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BCC6D-3BA6-C8BE-AC8A-F88CB00D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BA73-3CD1-F720-85B7-80C7A2F5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F4DFE-B656-3335-B8E6-7BB02BF8E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734BF-C9AB-66EE-C350-1B826218C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41864-55A2-A105-4CA4-55D3BFFFA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50744-33E8-D483-B118-B92A9DE0D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59EC4-1F8A-4AF8-A8D5-8BF7A941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C9060-D02A-EADF-AA15-1B48908A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6BF59-F603-DC59-65BC-397C471C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3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7F9F-91D9-063B-CEED-8F9A08A1A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36BD9-486F-4380-3890-73534ED8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06BBC-9FB8-2886-1F83-AFA59BBD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FFF12-2288-CDBC-8E37-E2A06B27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8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8C6BE-6FAC-3E94-C22F-518BE3AC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8E1B1-045B-B904-44DF-7A63F7AF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FC605-901C-40B5-839D-B0A647E6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CF79-1B91-52BA-800B-205C99F3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78FC-68A4-7404-B236-107393F34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524A2-2C50-3DBF-A00B-78DC911CA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913EF-FD6B-8D16-8EF3-15E6145D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D9C9D-5839-385F-CC29-36120F9B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101F9-C624-3D30-F412-20C96538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9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F018-469E-1A75-9F6C-7787C9E0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F1EB0-C4F3-3405-13C3-DD75C9064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55FA7-4DCF-5EC8-45A8-C7C876087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545DB-D24F-C7E0-22D6-A26A989B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97E1B-D02C-9F6A-5525-8DDF9F2B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8CA2E-9AAA-AFD3-6E30-F14C1D4C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6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18BA-3835-75A4-7C29-2C857E6B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DD382-6636-FBA9-089C-BE7AE8860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29F47-FBA3-FEF8-8D9D-E8ABF22C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E2788-A7E8-4C89-4D1A-BA6DA692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9E352-5D1F-EF3D-C6CC-15CC03E1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9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89FB6-D5EA-8539-C8A0-7D3D49056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7A7EA-D45F-141D-3099-EF9B40B44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E952-32AA-02EB-B95A-EFBDA7A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7142A-ACD8-F050-171B-0FAC26EF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BD17-3135-2A54-250F-AA4CB996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51DC2-AEAC-C3C8-AA9D-313BFD3E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4B360-1209-A454-E553-75F5B6BB2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52745-609E-2D6F-A181-71E3C6E49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0410A-D26C-4C02-9318-BB73472A6D4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5BDE-47DD-3748-24C1-D798B98DB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F733F-3901-80B6-3A41-E0A3D8846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204CC-2577-4934-8752-10D5DE32D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1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BDE0-EE43-40AB-9398-9FABB1E75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Web &amp; Social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42122-7AA1-34B6-8BC5-70382CFBA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 10 </a:t>
            </a:r>
          </a:p>
          <a:p>
            <a:r>
              <a:rPr lang="en-US"/>
              <a:t>EDGE NETWORKS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3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Web &amp; Social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RAM HARIRAM</dc:creator>
  <cp:revision>1</cp:revision>
  <dcterms:created xsi:type="dcterms:W3CDTF">2025-10-30T21:09:43Z</dcterms:created>
  <dcterms:modified xsi:type="dcterms:W3CDTF">2025-10-30T21:13:50Z</dcterms:modified>
</cp:coreProperties>
</file>