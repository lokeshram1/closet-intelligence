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0783-8CBD-44FA-ACE3-D844249C9225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4C88-7428-4193-867D-4E6958CD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35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0783-8CBD-44FA-ACE3-D844249C9225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4C88-7428-4193-867D-4E6958CD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32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0783-8CBD-44FA-ACE3-D844249C9225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4C88-7428-4193-867D-4E6958CD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64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0783-8CBD-44FA-ACE3-D844249C9225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4C88-7428-4193-867D-4E6958CD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86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0783-8CBD-44FA-ACE3-D844249C9225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4C88-7428-4193-867D-4E6958CD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69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0783-8CBD-44FA-ACE3-D844249C9225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4C88-7428-4193-867D-4E6958CD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6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0783-8CBD-44FA-ACE3-D844249C9225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4C88-7428-4193-867D-4E6958CD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33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0783-8CBD-44FA-ACE3-D844249C9225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4C88-7428-4193-867D-4E6958CD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10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0783-8CBD-44FA-ACE3-D844249C9225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4C88-7428-4193-867D-4E6958CD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4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0783-8CBD-44FA-ACE3-D844249C9225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4C88-7428-4193-867D-4E6958CD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99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0783-8CBD-44FA-ACE3-D844249C9225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4C88-7428-4193-867D-4E6958CD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24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B0783-8CBD-44FA-ACE3-D844249C9225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64C88-7428-4193-867D-4E6958CD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45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047277"/>
              </p:ext>
            </p:extLst>
          </p:nvPr>
        </p:nvGraphicFramePr>
        <p:xfrm>
          <a:off x="365760" y="523220"/>
          <a:ext cx="11021108" cy="6459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3404">
                  <a:extLst>
                    <a:ext uri="{9D8B030D-6E8A-4147-A177-3AD203B41FA5}">
                      <a16:colId xmlns:a16="http://schemas.microsoft.com/office/drawing/2014/main" val="4124991841"/>
                    </a:ext>
                  </a:extLst>
                </a:gridCol>
                <a:gridCol w="6167704">
                  <a:extLst>
                    <a:ext uri="{9D8B030D-6E8A-4147-A177-3AD203B41FA5}">
                      <a16:colId xmlns:a16="http://schemas.microsoft.com/office/drawing/2014/main" val="1402830837"/>
                    </a:ext>
                  </a:extLst>
                </a:gridCol>
              </a:tblGrid>
              <a:tr h="610439">
                <a:tc>
                  <a:txBody>
                    <a:bodyPr/>
                    <a:lstStyle/>
                    <a:p>
                      <a:r>
                        <a:rPr lang="en-US" dirty="0"/>
                        <a:t>Project Name: </a:t>
                      </a:r>
                      <a:r>
                        <a:rPr lang="en-US" sz="1600" dirty="0"/>
                        <a:t>Data-Driven Decision-making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Champion: </a:t>
                      </a:r>
                      <a:r>
                        <a:rPr lang="en-US" sz="1800" dirty="0"/>
                        <a:t>Maharshi Shah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069304"/>
                  </a:ext>
                </a:extLst>
              </a:tr>
              <a:tr h="3358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Business or Process Owner: </a:t>
                      </a:r>
                      <a:r>
                        <a:rPr lang="en-US" sz="1400" dirty="0" err="1"/>
                        <a:t>Tirthesh</a:t>
                      </a:r>
                      <a:r>
                        <a:rPr lang="en-US" sz="1400" dirty="0"/>
                        <a:t> Kode</a:t>
                      </a:r>
                    </a:p>
                    <a:p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Project</a:t>
                      </a:r>
                      <a:r>
                        <a:rPr lang="en-US" sz="1400" b="1" baseline="0" dirty="0"/>
                        <a:t> Leader: </a:t>
                      </a:r>
                      <a:r>
                        <a:rPr lang="en-US" sz="1400" dirty="0"/>
                        <a:t>Fatema </a:t>
                      </a:r>
                      <a:r>
                        <a:rPr lang="en-US" sz="1400" dirty="0" err="1"/>
                        <a:t>Bohri</a:t>
                      </a:r>
                      <a:endParaRPr lang="en-US" sz="1400" dirty="0"/>
                    </a:p>
                    <a:p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214662"/>
                  </a:ext>
                </a:extLst>
              </a:tr>
              <a:tr h="1159835">
                <a:tc>
                  <a:txBody>
                    <a:bodyPr/>
                    <a:lstStyle/>
                    <a:p>
                      <a:r>
                        <a:rPr lang="en-US" sz="1400" b="1" dirty="0"/>
                        <a:t>Problem</a:t>
                      </a:r>
                      <a:r>
                        <a:rPr lang="en-US" sz="1400" b="1" baseline="0" dirty="0"/>
                        <a:t> Statement: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Decision-making in the organization is currently hindered by fragmented, inconsistent, and inaccessible data. Without a centralized system, business leaders struggle to derive insights efficiently, leading to delays, inefficiencies, and missed opportunities.</a:t>
                      </a:r>
                      <a:endParaRPr lang="en-US" sz="1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Project Goal: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design and implement an interactive dashboard that integrates various data sources, provides real-time insights, and facilitates evidence-based decision-making across business functions.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620251"/>
                  </a:ext>
                </a:extLst>
              </a:tr>
              <a:tr h="1373489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Business Case: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Implementing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Data-Driven Decision-Making Dashboard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will enable leaders and stakeholders to access real-time, accurate, and actionable insights. This will enhance strategic planning, improve operational efficiency, and foster data-driven culture within the organization</a:t>
                      </a:r>
                      <a:r>
                        <a:rPr lang="en-US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Project Scope: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 Power BI dashboard for project monitoring and decision-making.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 key performance indicators (KPIs) such as task progress, budget variance, risk assessment, and team workload.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Provide interactive visualizations for improved data interpretation.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Ensure automation of data updates and real-time reporting.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297188"/>
                  </a:ext>
                </a:extLst>
              </a:tr>
              <a:tr h="946182">
                <a:tc rowSpan="2">
                  <a:txBody>
                    <a:bodyPr/>
                    <a:lstStyle/>
                    <a:p>
                      <a:r>
                        <a:rPr lang="en-US" sz="1400" b="1" dirty="0"/>
                        <a:t>Team Members:</a:t>
                      </a:r>
                    </a:p>
                    <a:p>
                      <a:r>
                        <a:rPr lang="en-US" sz="1800" dirty="0"/>
                        <a:t>Fatema </a:t>
                      </a:r>
                      <a:r>
                        <a:rPr lang="en-US" sz="1800" dirty="0" err="1"/>
                        <a:t>Bohri</a:t>
                      </a:r>
                      <a:endParaRPr lang="en-US" sz="1800" dirty="0"/>
                    </a:p>
                    <a:p>
                      <a:r>
                        <a:rPr lang="en-US" sz="1800" dirty="0"/>
                        <a:t>Lokesh Hariram</a:t>
                      </a:r>
                    </a:p>
                    <a:p>
                      <a:r>
                        <a:rPr lang="en-US" sz="1800" dirty="0"/>
                        <a:t>Maharshi Shah</a:t>
                      </a:r>
                    </a:p>
                    <a:p>
                      <a:r>
                        <a:rPr lang="en-US" sz="1800" dirty="0" err="1"/>
                        <a:t>Tirthesh</a:t>
                      </a:r>
                      <a:r>
                        <a:rPr lang="en-US" sz="1800" dirty="0"/>
                        <a:t> Kode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Benefits: The</a:t>
                      </a:r>
                      <a:r>
                        <a:rPr lang="en-US" sz="1400" b="1" dirty="0"/>
                        <a:t> dashboard</a:t>
                      </a:r>
                      <a:r>
                        <a:rPr lang="en-US" sz="1400" dirty="0"/>
                        <a:t> will provide </a:t>
                      </a:r>
                      <a:r>
                        <a:rPr lang="en-US" sz="1400" b="1" dirty="0"/>
                        <a:t>real-time project insights</a:t>
                      </a:r>
                      <a:r>
                        <a:rPr lang="en-US" sz="1400" dirty="0"/>
                        <a:t> to improve decision-making and automate reporting, reducing manual tracking efforts. It will enhance </a:t>
                      </a:r>
                      <a:r>
                        <a:rPr lang="en-US" sz="1400" b="1" dirty="0"/>
                        <a:t>efficiency, risk management, and budget control</a:t>
                      </a:r>
                      <a:r>
                        <a:rPr lang="en-US" sz="1400" dirty="0"/>
                        <a:t>, ensuring optimized project execution.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365323"/>
                  </a:ext>
                </a:extLst>
              </a:tr>
              <a:tr h="182188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Timeline: </a:t>
                      </a:r>
                    </a:p>
                    <a:p>
                      <a:r>
                        <a:rPr lang="en-US" dirty="0"/>
                        <a:t>PM Milestones</a:t>
                      </a:r>
                    </a:p>
                    <a:p>
                      <a:r>
                        <a:rPr lang="en-US" sz="1400" dirty="0"/>
                        <a:t>-Defining - Identify key metrics, gather requirements</a:t>
                      </a:r>
                    </a:p>
                    <a:p>
                      <a:r>
                        <a:rPr lang="en-US" sz="1400" dirty="0"/>
                        <a:t>-Planning - Structure data sources, design Power Bi Dashboard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400" dirty="0"/>
                        <a:t>-Executing - Develop, test and refine dashboard functionalities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400" dirty="0"/>
                        <a:t>-Closing - Finalize and document dashboard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20445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8247" y="0"/>
            <a:ext cx="9755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Project Charter for Project Management Course</a:t>
            </a:r>
          </a:p>
        </p:txBody>
      </p:sp>
    </p:spTree>
    <p:extLst>
      <p:ext uri="{BB962C8B-B14F-4D97-AF65-F5344CB8AC3E}">
        <p14:creationId xmlns:p14="http://schemas.microsoft.com/office/powerpoint/2010/main" val="422899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</TotalTime>
  <Words>291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UT Southwestern Medical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Rama Koganti</dc:creator>
  <cp:lastModifiedBy>LOKESH RAM HARIRAM</cp:lastModifiedBy>
  <cp:revision>9</cp:revision>
  <dcterms:created xsi:type="dcterms:W3CDTF">2019-07-25T19:56:36Z</dcterms:created>
  <dcterms:modified xsi:type="dcterms:W3CDTF">2025-01-30T21:58:05Z</dcterms:modified>
</cp:coreProperties>
</file>